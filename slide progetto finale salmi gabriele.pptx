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2b7ab7dc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2b7ab7dc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e2b7ab7dc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e2b7ab7dc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e2b7ab7dc2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e2b7ab7dc2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e2b7ab7dc2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e2b7ab7dc2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Salmi Gabriele progetto finale 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dapt-26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Analisi Esplorativa (EDA) e Outlier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10000"/>
          </a:bodyPr>
          <a:lstStyle/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Sono stati analizzati i dati degli incidenti stradali 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Durante l'EDA, ho notato dei valori anomali che ho affrontato nel seguente modo: 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Affinamento: Si è passati a un fattore 3.0 per identificare solo gli outlier estremi, riducendo le rimozioni al 9.08% del dataset.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Trend Temporale: Visualizzando l'evoluzione degli incidenti, è emersa un'anomalia nel dato del 2024, risultato graficamente "schizzato" in alto. L'analisi del describe() ha confermato che il dato era parziale e incoerente, portando alla scelta di escluderlo per non distorcere i modelli successivi.</a:t>
            </a:r>
            <a:endParaRPr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0800" y="1017725"/>
            <a:ext cx="4267200" cy="1938077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48700" y="3130702"/>
            <a:ext cx="3291389" cy="1730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Regressione Lineare e Test di Ipotesi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Regressione: È stato costruito un modello per calcolare la pendenza del trend dal </a:t>
            </a:r>
            <a:r>
              <a:rPr lang="it"/>
              <a:t>(2001-2023)</a:t>
            </a:r>
            <a:r>
              <a:rPr lang="it"/>
              <a:t>. La retta di regressione ha mostrato una pendenza negativa, confermando una diminuzione costante degli incidenti.</a:t>
            </a:r>
            <a:endParaRPr/>
          </a:p>
          <a:p>
            <a:pPr indent="-33432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Test di Ipotesi: Abbiamo eseguito un test sulla significatività della pendenza. Con un p-value inferiore a 0.05, abbiamo rifiutato l'ipotesi nulla, stabilendo che il calo degli incidenti è statisticamente significativo e non dovuto al caso.</a:t>
            </a:r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1170125"/>
            <a:ext cx="4267200" cy="2208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Clustering (K-Means)</a:t>
            </a:r>
            <a:endParaRPr/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Infine, abbiamo segmentato le aree geografiche per capirne i diversi profili di rischio: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Metodo del Gomito: È stato utilizzato per identificare il numero ottimale di gruppi, fissato a  k=4 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Analisi dei Cluster: Il modello ha suddiviso le aree in quattro categorie basate su volume medio e variabilità (deviazione standard):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Cluster 1 (Blu): Aree a basso rischio e alta stabilità.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Cluster 0 (Rosso): Criticità moderata.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Cluster 3 (Viola): Aree con volumi sostenuti e fluttuazioni evidenti.</a:t>
            </a:r>
            <a:endParaRPr/>
          </a:p>
          <a:p>
            <a:pPr indent="-3171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it"/>
              <a:t>Cluster 2 (Verde): Zone critiche con i volumi più alti e forte instabilità annuale.</a:t>
            </a: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1170125"/>
            <a:ext cx="4267200" cy="26311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Conclusioni</a:t>
            </a:r>
            <a:endParaRPr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/>
              <a:t>i maggiori comuni dove investire in sicurezza stradale sono i seguenti riportati nel grafico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/>
              <a:t>dal 2000 ad oggi è stat registrata una diminuzione degli incidenti del 36,67% </a:t>
            </a:r>
            <a:endParaRPr/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1170125"/>
            <a:ext cx="4267200" cy="34094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